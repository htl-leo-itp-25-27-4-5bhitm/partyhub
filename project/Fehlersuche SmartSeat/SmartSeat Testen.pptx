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Semi-Bold" charset="1" panose="00000700000000000000"/>
      <p:regular r:id="rId14"/>
    </p:embeddedFont>
    <p:embeddedFont>
      <p:font typeface="Poppins Bold" charset="1" panose="00000800000000000000"/>
      <p:regular r:id="rId15"/>
    </p:embeddedFont>
    <p:embeddedFont>
      <p:font typeface="DM Sans" charset="1" panose="00000000000000000000"/>
      <p:regular r:id="rId16"/>
    </p:embeddedFont>
    <p:embeddedFont>
      <p:font typeface="Open Sans Light" charset="1" panose="020B0306030504020204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3491698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UNSER TESTING VON SMARTSEAT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02292" y="1617898"/>
            <a:ext cx="8011990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Wie haben wir getestet?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02292" y="7393788"/>
            <a:ext cx="8828111" cy="1500616"/>
            <a:chOff x="0" y="0"/>
            <a:chExt cx="4191795" cy="712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795" cy="712528"/>
            </a:xfrm>
            <a:custGeom>
              <a:avLst/>
              <a:gdLst/>
              <a:ahLst/>
              <a:cxnLst/>
              <a:rect r="r" b="b" t="t" l="l"/>
              <a:pathLst>
                <a:path h="712528" w="4191795">
                  <a:moveTo>
                    <a:pt x="43848" y="0"/>
                  </a:moveTo>
                  <a:lnTo>
                    <a:pt x="4147947" y="0"/>
                  </a:lnTo>
                  <a:cubicBezTo>
                    <a:pt x="4172164" y="0"/>
                    <a:pt x="4191795" y="19631"/>
                    <a:pt x="4191795" y="43848"/>
                  </a:cubicBezTo>
                  <a:lnTo>
                    <a:pt x="4191795" y="668680"/>
                  </a:lnTo>
                  <a:cubicBezTo>
                    <a:pt x="4191795" y="680309"/>
                    <a:pt x="4187175" y="691462"/>
                    <a:pt x="4178952" y="699685"/>
                  </a:cubicBezTo>
                  <a:cubicBezTo>
                    <a:pt x="4170729" y="707908"/>
                    <a:pt x="4159576" y="712528"/>
                    <a:pt x="4147947" y="712528"/>
                  </a:cubicBezTo>
                  <a:lnTo>
                    <a:pt x="43848" y="712528"/>
                  </a:lnTo>
                  <a:cubicBezTo>
                    <a:pt x="19631" y="712528"/>
                    <a:pt x="0" y="692897"/>
                    <a:pt x="0" y="668680"/>
                  </a:cubicBezTo>
                  <a:lnTo>
                    <a:pt x="0" y="43848"/>
                  </a:lnTo>
                  <a:cubicBezTo>
                    <a:pt x="0" y="32219"/>
                    <a:pt x="4620" y="21066"/>
                    <a:pt x="12843" y="12843"/>
                  </a:cubicBezTo>
                  <a:cubicBezTo>
                    <a:pt x="21066" y="4620"/>
                    <a:pt x="32219" y="0"/>
                    <a:pt x="4384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4191795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127183" y="7857969"/>
            <a:ext cx="721811" cy="591885"/>
          </a:xfrm>
          <a:custGeom>
            <a:avLst/>
            <a:gdLst/>
            <a:ahLst/>
            <a:cxnLst/>
            <a:rect r="r" b="b" t="t" l="l"/>
            <a:pathLst>
              <a:path h="591885" w="721811">
                <a:moveTo>
                  <a:pt x="0" y="0"/>
                </a:moveTo>
                <a:lnTo>
                  <a:pt x="721811" y="0"/>
                </a:lnTo>
                <a:lnTo>
                  <a:pt x="721811" y="591885"/>
                </a:lnTo>
                <a:lnTo>
                  <a:pt x="0" y="591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25847" y="7978820"/>
            <a:ext cx="5369332" cy="36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50"/>
              </a:lnSpc>
              <a:spcBef>
                <a:spcPct val="0"/>
              </a:spcBef>
            </a:pPr>
            <a:r>
              <a:rPr lang="en-US" sz="2185" spc="34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Sensor, Router, Raspberry pi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137090" y="7928991"/>
            <a:ext cx="0" cy="52086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05" y="-1067305"/>
            <a:ext cx="14868382" cy="11958992"/>
            <a:chOff x="0" y="0"/>
            <a:chExt cx="5858585" cy="4712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8585" cy="4712198"/>
            </a:xfrm>
            <a:custGeom>
              <a:avLst/>
              <a:gdLst/>
              <a:ahLst/>
              <a:cxnLst/>
              <a:rect r="r" b="b" t="t" l="l"/>
              <a:pathLst>
                <a:path h="4712198" w="5858585">
                  <a:moveTo>
                    <a:pt x="0" y="0"/>
                  </a:moveTo>
                  <a:lnTo>
                    <a:pt x="5858585" y="0"/>
                  </a:lnTo>
                  <a:lnTo>
                    <a:pt x="5858585" y="4712198"/>
                  </a:lnTo>
                  <a:lnTo>
                    <a:pt x="0" y="4712198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858585" cy="475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62501" y="-174723"/>
            <a:ext cx="3525499" cy="10887893"/>
            <a:chOff x="0" y="0"/>
            <a:chExt cx="1168679" cy="36092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679" cy="3609263"/>
            </a:xfrm>
            <a:custGeom>
              <a:avLst/>
              <a:gdLst/>
              <a:ahLst/>
              <a:cxnLst/>
              <a:rect r="r" b="b" t="t" l="l"/>
              <a:pathLst>
                <a:path h="3609263" w="1168679">
                  <a:moveTo>
                    <a:pt x="0" y="0"/>
                  </a:moveTo>
                  <a:lnTo>
                    <a:pt x="1168679" y="0"/>
                  </a:lnTo>
                  <a:lnTo>
                    <a:pt x="1168679" y="3609263"/>
                  </a:lnTo>
                  <a:lnTo>
                    <a:pt x="0" y="3609263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68679" cy="3647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87354" y="5682262"/>
            <a:ext cx="541880" cy="444342"/>
          </a:xfrm>
          <a:custGeom>
            <a:avLst/>
            <a:gdLst/>
            <a:ahLst/>
            <a:cxnLst/>
            <a:rect r="r" b="b" t="t" l="l"/>
            <a:pathLst>
              <a:path h="444342" w="541880">
                <a:moveTo>
                  <a:pt x="0" y="0"/>
                </a:moveTo>
                <a:lnTo>
                  <a:pt x="541880" y="0"/>
                </a:lnTo>
                <a:lnTo>
                  <a:pt x="541880" y="444342"/>
                </a:lnTo>
                <a:lnTo>
                  <a:pt x="0" y="44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22702" y="2706958"/>
            <a:ext cx="644106" cy="528167"/>
          </a:xfrm>
          <a:custGeom>
            <a:avLst/>
            <a:gdLst/>
            <a:ahLst/>
            <a:cxnLst/>
            <a:rect r="r" b="b" t="t" l="l"/>
            <a:pathLst>
              <a:path h="528167" w="644106">
                <a:moveTo>
                  <a:pt x="0" y="0"/>
                </a:moveTo>
                <a:lnTo>
                  <a:pt x="644106" y="0"/>
                </a:lnTo>
                <a:lnTo>
                  <a:pt x="644106" y="528167"/>
                </a:lnTo>
                <a:lnTo>
                  <a:pt x="0" y="528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2309" y="5773629"/>
            <a:ext cx="1848152" cy="38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3"/>
              </a:lnSpc>
            </a:pPr>
            <a:r>
              <a:rPr lang="en-US" sz="1346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Aktuelle Position anzeigen in der Nav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0992" y="2802686"/>
            <a:ext cx="2196807" cy="24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6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Auswahl der Ebene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4896" y="837257"/>
            <a:ext cx="9578208" cy="178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Navigation und Orientierung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3590" y="6514575"/>
            <a:ext cx="3580634" cy="75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  <a:spcBef>
                <a:spcPct val="0"/>
              </a:spcBef>
            </a:pPr>
            <a:r>
              <a:rPr lang="en-US" sz="1458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 der Navigation ist nicht ausreichend erkennbar, welcher Bereich gerade geöffnet ist.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50467" y="3518996"/>
            <a:ext cx="2749567" cy="180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sz="1733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Der Pfeil wirkt wie ein bedienbares Element, zeigt aber nur die ausgewählte Ebene an. Eine eindeutige Markierung könnte das verständlicher machen.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369036" y="3697558"/>
            <a:ext cx="10179847" cy="5560742"/>
          </a:xfrm>
          <a:custGeom>
            <a:avLst/>
            <a:gdLst/>
            <a:ahLst/>
            <a:cxnLst/>
            <a:rect r="r" b="b" t="t" l="l"/>
            <a:pathLst>
              <a:path h="5560742" w="10179847">
                <a:moveTo>
                  <a:pt x="0" y="0"/>
                </a:moveTo>
                <a:lnTo>
                  <a:pt x="10179847" y="0"/>
                </a:lnTo>
                <a:lnTo>
                  <a:pt x="10179847" y="5560742"/>
                </a:lnTo>
                <a:lnTo>
                  <a:pt x="0" y="556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602596" y="4708683"/>
            <a:ext cx="2728608" cy="3853662"/>
            <a:chOff x="0" y="0"/>
            <a:chExt cx="923680" cy="1304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3680" cy="1304530"/>
            </a:xfrm>
            <a:custGeom>
              <a:avLst/>
              <a:gdLst/>
              <a:ahLst/>
              <a:cxnLst/>
              <a:rect r="r" b="b" t="t" l="l"/>
              <a:pathLst>
                <a:path h="1304530" w="923680">
                  <a:moveTo>
                    <a:pt x="461840" y="0"/>
                  </a:moveTo>
                  <a:cubicBezTo>
                    <a:pt x="206773" y="0"/>
                    <a:pt x="0" y="292029"/>
                    <a:pt x="0" y="652265"/>
                  </a:cubicBezTo>
                  <a:cubicBezTo>
                    <a:pt x="0" y="1012501"/>
                    <a:pt x="206773" y="1304530"/>
                    <a:pt x="461840" y="1304530"/>
                  </a:cubicBezTo>
                  <a:cubicBezTo>
                    <a:pt x="716907" y="1304530"/>
                    <a:pt x="923680" y="1012501"/>
                    <a:pt x="923680" y="652265"/>
                  </a:cubicBezTo>
                  <a:cubicBezTo>
                    <a:pt x="923680" y="292029"/>
                    <a:pt x="716907" y="0"/>
                    <a:pt x="461840" y="0"/>
                  </a:cubicBezTo>
                  <a:close/>
                </a:path>
              </a:pathLst>
            </a:custGeom>
            <a:ln w="104775" cap="sq">
              <a:solidFill>
                <a:srgbClr val="CE17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86595" y="84200"/>
              <a:ext cx="750490" cy="1098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1617585" y="1563766"/>
            <a:ext cx="1382323" cy="4907510"/>
            <a:chOff x="0" y="0"/>
            <a:chExt cx="467940" cy="16612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7940" cy="1661276"/>
            </a:xfrm>
            <a:custGeom>
              <a:avLst/>
              <a:gdLst/>
              <a:ahLst/>
              <a:cxnLst/>
              <a:rect r="r" b="b" t="t" l="l"/>
              <a:pathLst>
                <a:path h="1661276" w="467940">
                  <a:moveTo>
                    <a:pt x="233970" y="0"/>
                  </a:moveTo>
                  <a:cubicBezTo>
                    <a:pt x="104752" y="0"/>
                    <a:pt x="0" y="371889"/>
                    <a:pt x="0" y="830638"/>
                  </a:cubicBezTo>
                  <a:cubicBezTo>
                    <a:pt x="0" y="1289387"/>
                    <a:pt x="104752" y="1661276"/>
                    <a:pt x="233970" y="1661276"/>
                  </a:cubicBezTo>
                  <a:cubicBezTo>
                    <a:pt x="363188" y="1661276"/>
                    <a:pt x="467940" y="1289387"/>
                    <a:pt x="467940" y="830638"/>
                  </a:cubicBezTo>
                  <a:cubicBezTo>
                    <a:pt x="467940" y="371889"/>
                    <a:pt x="363188" y="0"/>
                    <a:pt x="233970" y="0"/>
                  </a:cubicBezTo>
                  <a:close/>
                </a:path>
              </a:pathLst>
            </a:custGeom>
            <a:ln w="104775" cap="sq">
              <a:solidFill>
                <a:srgbClr val="CE171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43869" y="117645"/>
              <a:ext cx="380201" cy="1387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0353" y="1253056"/>
            <a:ext cx="11447293" cy="20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Beschriftung, Bildschirmgröße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91487" y="4414119"/>
            <a:ext cx="15705025" cy="1806031"/>
            <a:chOff x="0" y="0"/>
            <a:chExt cx="6196056" cy="712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96056" cy="712528"/>
            </a:xfrm>
            <a:custGeom>
              <a:avLst/>
              <a:gdLst/>
              <a:ahLst/>
              <a:cxnLst/>
              <a:rect r="r" b="b" t="t" l="l"/>
              <a:pathLst>
                <a:path h="712528" w="6196056">
                  <a:moveTo>
                    <a:pt x="24648" y="0"/>
                  </a:moveTo>
                  <a:lnTo>
                    <a:pt x="6171408" y="0"/>
                  </a:lnTo>
                  <a:cubicBezTo>
                    <a:pt x="6185021" y="0"/>
                    <a:pt x="6196056" y="11035"/>
                    <a:pt x="6196056" y="24648"/>
                  </a:cubicBezTo>
                  <a:lnTo>
                    <a:pt x="6196056" y="687880"/>
                  </a:lnTo>
                  <a:cubicBezTo>
                    <a:pt x="6196056" y="701493"/>
                    <a:pt x="6185021" y="712528"/>
                    <a:pt x="6171408" y="712528"/>
                  </a:cubicBezTo>
                  <a:lnTo>
                    <a:pt x="24648" y="712528"/>
                  </a:lnTo>
                  <a:cubicBezTo>
                    <a:pt x="11035" y="712528"/>
                    <a:pt x="0" y="701493"/>
                    <a:pt x="0" y="687880"/>
                  </a:cubicBezTo>
                  <a:lnTo>
                    <a:pt x="0" y="24648"/>
                  </a:lnTo>
                  <a:cubicBezTo>
                    <a:pt x="0" y="11035"/>
                    <a:pt x="11035" y="0"/>
                    <a:pt x="2464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6196056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2802" y="4993601"/>
            <a:ext cx="6652989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Einheit bei der Dauer ergänzen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8261" y="2763332"/>
            <a:ext cx="6004142" cy="2668683"/>
            <a:chOff x="0" y="0"/>
            <a:chExt cx="1815488" cy="806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5488" cy="806937"/>
            </a:xfrm>
            <a:custGeom>
              <a:avLst/>
              <a:gdLst/>
              <a:ahLst/>
              <a:cxnLst/>
              <a:rect r="r" b="b" t="t" l="l"/>
              <a:pathLst>
                <a:path h="806937" w="1815488">
                  <a:moveTo>
                    <a:pt x="0" y="0"/>
                  </a:moveTo>
                  <a:lnTo>
                    <a:pt x="1815488" y="0"/>
                  </a:lnTo>
                  <a:lnTo>
                    <a:pt x="1815488" y="806937"/>
                  </a:lnTo>
                  <a:lnTo>
                    <a:pt x="0" y="806937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15488" cy="84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261" y="6202929"/>
            <a:ext cx="7627050" cy="2549940"/>
            <a:chOff x="0" y="0"/>
            <a:chExt cx="2306211" cy="771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6211" cy="771032"/>
            </a:xfrm>
            <a:custGeom>
              <a:avLst/>
              <a:gdLst/>
              <a:ahLst/>
              <a:cxnLst/>
              <a:rect r="r" b="b" t="t" l="l"/>
              <a:pathLst>
                <a:path h="771032" w="2306211">
                  <a:moveTo>
                    <a:pt x="0" y="0"/>
                  </a:moveTo>
                  <a:lnTo>
                    <a:pt x="2306211" y="0"/>
                  </a:lnTo>
                  <a:lnTo>
                    <a:pt x="2306211" y="771032"/>
                  </a:lnTo>
                  <a:lnTo>
                    <a:pt x="0" y="77103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06211" cy="809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12885" y="2783516"/>
            <a:ext cx="4618836" cy="5969354"/>
          </a:xfrm>
          <a:custGeom>
            <a:avLst/>
            <a:gdLst/>
            <a:ahLst/>
            <a:cxnLst/>
            <a:rect r="r" b="b" t="t" l="l"/>
            <a:pathLst>
              <a:path h="5969354" w="4618836">
                <a:moveTo>
                  <a:pt x="0" y="0"/>
                </a:moveTo>
                <a:lnTo>
                  <a:pt x="4618836" y="0"/>
                </a:lnTo>
                <a:lnTo>
                  <a:pt x="4618836" y="5969353"/>
                </a:lnTo>
                <a:lnTo>
                  <a:pt x="0" y="5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39" t="-4120" r="-4947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222858"/>
            <a:ext cx="2408376" cy="49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Belegungsdauer einer neuen Sitzung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662455"/>
            <a:ext cx="46877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Speichern eines unveränderten Namens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0205" y="1254719"/>
            <a:ext cx="13647591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Funktionale Fehler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016607"/>
            <a:ext cx="483259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ine neue Sitzung sollte bei null beginnen; im Test wurde bereits eine Belegung von zwei Stunden angezeigt.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073" y="7222589"/>
            <a:ext cx="702742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ird derselbe Kojenname erneut gespeichert, erscheint „Fehler beim Umbenennen“.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932889"/>
            <a:ext cx="3443373" cy="5819980"/>
            <a:chOff x="0" y="0"/>
            <a:chExt cx="612460" cy="1035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2"/>
              <a:stretch>
                <a:fillRect l="0" t="-9403" r="0" b="-94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87373" y="2932889"/>
            <a:ext cx="3363887" cy="5819980"/>
            <a:chOff x="0" y="0"/>
            <a:chExt cx="1017147" cy="1759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77898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932889"/>
            <a:ext cx="4751413" cy="5819980"/>
          </a:xfrm>
          <a:custGeom>
            <a:avLst/>
            <a:gdLst/>
            <a:ahLst/>
            <a:cxnLst/>
            <a:rect r="r" b="b" t="t" l="l"/>
            <a:pathLst>
              <a:path h="5819980" w="4751413">
                <a:moveTo>
                  <a:pt x="0" y="0"/>
                </a:moveTo>
                <a:lnTo>
                  <a:pt x="4751413" y="0"/>
                </a:lnTo>
                <a:lnTo>
                  <a:pt x="4751413" y="5819980"/>
                </a:lnTo>
                <a:lnTo>
                  <a:pt x="0" y="5819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83" r="-96800" b="-68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68623" y="4700431"/>
            <a:ext cx="2408376" cy="49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Leaderboard scrollbar machen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7898" y="4700431"/>
            <a:ext cx="2626379" cy="49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auf kleinen Bildschirmen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20205" y="837257"/>
            <a:ext cx="13647591" cy="178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Bildschirmgrößen und Erreichbarkeit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44774" y="6384960"/>
            <a:ext cx="2434564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Sc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rollen im Leadboard, um auch bei kleinen Laptops etwas lesen zu können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62131" y="6384960"/>
            <a:ext cx="301437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8382" y="2932889"/>
            <a:ext cx="7013403" cy="3023446"/>
            <a:chOff x="0" y="0"/>
            <a:chExt cx="2120660" cy="9142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0660" cy="914207"/>
            </a:xfrm>
            <a:custGeom>
              <a:avLst/>
              <a:gdLst/>
              <a:ahLst/>
              <a:cxnLst/>
              <a:rect r="r" b="b" t="t" l="l"/>
              <a:pathLst>
                <a:path h="914207" w="2120660">
                  <a:moveTo>
                    <a:pt x="0" y="0"/>
                  </a:moveTo>
                  <a:lnTo>
                    <a:pt x="2120660" y="0"/>
                  </a:lnTo>
                  <a:lnTo>
                    <a:pt x="2120660" y="914207"/>
                  </a:lnTo>
                  <a:lnTo>
                    <a:pt x="0" y="914207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20660" cy="95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80014" y="3831759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932889"/>
            <a:ext cx="4751413" cy="5819980"/>
          </a:xfrm>
          <a:custGeom>
            <a:avLst/>
            <a:gdLst/>
            <a:ahLst/>
            <a:cxnLst/>
            <a:rect r="r" b="b" t="t" l="l"/>
            <a:pathLst>
              <a:path h="5819980" w="4751413">
                <a:moveTo>
                  <a:pt x="0" y="0"/>
                </a:moveTo>
                <a:lnTo>
                  <a:pt x="4751413" y="0"/>
                </a:lnTo>
                <a:lnTo>
                  <a:pt x="4751413" y="5819980"/>
                </a:lnTo>
                <a:lnTo>
                  <a:pt x="0" y="5819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3" r="-96800" b="-68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932889"/>
            <a:ext cx="4751413" cy="5819980"/>
          </a:xfrm>
          <a:custGeom>
            <a:avLst/>
            <a:gdLst/>
            <a:ahLst/>
            <a:cxnLst/>
            <a:rect r="r" b="b" t="t" l="l"/>
            <a:pathLst>
              <a:path h="5819980" w="4751413">
                <a:moveTo>
                  <a:pt x="0" y="0"/>
                </a:moveTo>
                <a:lnTo>
                  <a:pt x="4751413" y="0"/>
                </a:lnTo>
                <a:lnTo>
                  <a:pt x="4751413" y="5819980"/>
                </a:lnTo>
                <a:lnTo>
                  <a:pt x="0" y="5819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2509" r="0" b="-11250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28382" y="6080160"/>
            <a:ext cx="4692325" cy="2672709"/>
          </a:xfrm>
          <a:custGeom>
            <a:avLst/>
            <a:gdLst/>
            <a:ahLst/>
            <a:cxnLst/>
            <a:rect r="r" b="b" t="t" l="l"/>
            <a:pathLst>
              <a:path h="2672709" w="4692325">
                <a:moveTo>
                  <a:pt x="0" y="0"/>
                </a:moveTo>
                <a:lnTo>
                  <a:pt x="4692325" y="0"/>
                </a:lnTo>
                <a:lnTo>
                  <a:pt x="4692325" y="2672709"/>
                </a:lnTo>
                <a:lnTo>
                  <a:pt x="0" y="2672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89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68623" y="4700431"/>
            <a:ext cx="2408376" cy="49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Bedeutung der Zahlen erklären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0014" y="4548277"/>
            <a:ext cx="2626379" cy="49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Diagrammwerte zugänglich machen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20205" y="1254719"/>
            <a:ext cx="13647591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Auswertung und Diagramme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44774" y="6384960"/>
            <a:ext cx="243456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ei den dargestellten Zahlen ist nicht klar, wofür sie stehen.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5084" y="3548851"/>
            <a:ext cx="3014371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Bei großen Größenunterschied</a:t>
            </a:r>
            <a:r>
              <a:rPr lang="en-US" sz="1899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 lassen sich laut Test nicht alle Werte über das Darüberfahren mit der Maus abrufen.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6077" y="2737675"/>
            <a:ext cx="14935846" cy="421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Vielen Dank für eure Aufmerksamkeit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DAHV_0MTVUw</dc:identifier>
  <dcterms:modified xsi:type="dcterms:W3CDTF">2011-08-01T06:04:30Z</dcterms:modified>
  <cp:revision>1</cp:revision>
  <dc:title>Project presentation</dc:title>
</cp:coreProperties>
</file>